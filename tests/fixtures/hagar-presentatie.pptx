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3" r:id="rId5"/>
    <p:sldId id="264" r:id="rId6"/>
    <p:sldId id="265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4" autoAdjust="0"/>
    <p:restoredTop sz="94660"/>
  </p:normalViewPr>
  <p:slideViewPr>
    <p:cSldViewPr snapToGrid="0">
      <p:cViewPr varScale="1">
        <p:scale>
          <a:sx n="73" d="100"/>
          <a:sy n="73" d="100"/>
        </p:scale>
        <p:origin x="7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60F89-3BA3-4ED0-812B-D18363EA0611}" type="datetimeFigureOut">
              <a:rPr lang="nl-NL" smtClean="0"/>
              <a:t>8-12-2025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F3D83-D508-4933-A7FC-2BDF7F9775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06869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60F89-3BA3-4ED0-812B-D18363EA0611}" type="datetimeFigureOut">
              <a:rPr lang="nl-NL" smtClean="0"/>
              <a:t>8-12-2025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F3D83-D508-4933-A7FC-2BDF7F9775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94690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60F89-3BA3-4ED0-812B-D18363EA0611}" type="datetimeFigureOut">
              <a:rPr lang="nl-NL" smtClean="0"/>
              <a:t>8-12-2025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F3D83-D508-4933-A7FC-2BDF7F9775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61194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60F89-3BA3-4ED0-812B-D18363EA0611}" type="datetimeFigureOut">
              <a:rPr lang="nl-NL" smtClean="0"/>
              <a:t>8-12-2025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F3D83-D508-4933-A7FC-2BDF7F9775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0036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60F89-3BA3-4ED0-812B-D18363EA0611}" type="datetimeFigureOut">
              <a:rPr lang="nl-NL" smtClean="0"/>
              <a:t>8-12-2025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F3D83-D508-4933-A7FC-2BDF7F9775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86412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60F89-3BA3-4ED0-812B-D18363EA0611}" type="datetimeFigureOut">
              <a:rPr lang="nl-NL" smtClean="0"/>
              <a:t>8-12-2025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F3D83-D508-4933-A7FC-2BDF7F9775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54354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60F89-3BA3-4ED0-812B-D18363EA0611}" type="datetimeFigureOut">
              <a:rPr lang="nl-NL" smtClean="0"/>
              <a:t>8-12-2025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F3D83-D508-4933-A7FC-2BDF7F9775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192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60F89-3BA3-4ED0-812B-D18363EA0611}" type="datetimeFigureOut">
              <a:rPr lang="nl-NL" smtClean="0"/>
              <a:t>8-12-2025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F3D83-D508-4933-A7FC-2BDF7F9775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6605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60F89-3BA3-4ED0-812B-D18363EA0611}" type="datetimeFigureOut">
              <a:rPr lang="nl-NL" smtClean="0"/>
              <a:t>8-12-2025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F3D83-D508-4933-A7FC-2BDF7F9775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40854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60F89-3BA3-4ED0-812B-D18363EA0611}" type="datetimeFigureOut">
              <a:rPr lang="nl-NL" smtClean="0"/>
              <a:t>8-12-2025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F3D83-D508-4933-A7FC-2BDF7F9775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1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60F89-3BA3-4ED0-812B-D18363EA0611}" type="datetimeFigureOut">
              <a:rPr lang="nl-NL" smtClean="0"/>
              <a:t>8-12-2025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F3D83-D508-4933-A7FC-2BDF7F9775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944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60F89-3BA3-4ED0-812B-D18363EA0611}" type="datetimeFigureOut">
              <a:rPr lang="nl-NL" smtClean="0"/>
              <a:t>8-12-2025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5F3D83-D508-4933-A7FC-2BDF7F9775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8002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B2532042-582C-419A-8FCF-1384707F36C5}"/>
              </a:ext>
            </a:extLst>
          </p:cNvPr>
          <p:cNvSpPr txBox="1"/>
          <p:nvPr/>
        </p:nvSpPr>
        <p:spPr>
          <a:xfrm>
            <a:off x="161366" y="6212541"/>
            <a:ext cx="8982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>
                <a:latin typeface="Arial" panose="020B0604020202020204" pitchFamily="34" charset="0"/>
                <a:cs typeface="Arial" panose="020B0604020202020204" pitchFamily="34" charset="0"/>
              </a:rPr>
              <a:t>Hagar					                                                         t: Robert Roth m: Henk Vogel 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75AFBDA9-4EF3-4B55-B58E-00FD74F0C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634999"/>
            <a:ext cx="8636000" cy="545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747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B2532042-582C-419A-8FCF-1384707F36C5}"/>
              </a:ext>
            </a:extLst>
          </p:cNvPr>
          <p:cNvSpPr txBox="1"/>
          <p:nvPr/>
        </p:nvSpPr>
        <p:spPr>
          <a:xfrm>
            <a:off x="161366" y="6212541"/>
            <a:ext cx="8982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>
                <a:latin typeface="Arial" panose="020B0604020202020204" pitchFamily="34" charset="0"/>
                <a:cs typeface="Arial" panose="020B0604020202020204" pitchFamily="34" charset="0"/>
              </a:rPr>
              <a:t>Hagar					                                                         t: Robert Roth m: Henk Vogel 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DB61C39A-B76A-444D-93C5-D93B3020C9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634999"/>
            <a:ext cx="8636000" cy="217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829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B2532042-582C-419A-8FCF-1384707F36C5}"/>
              </a:ext>
            </a:extLst>
          </p:cNvPr>
          <p:cNvSpPr txBox="1"/>
          <p:nvPr/>
        </p:nvSpPr>
        <p:spPr>
          <a:xfrm>
            <a:off x="161366" y="6212541"/>
            <a:ext cx="8982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>
                <a:latin typeface="Arial" panose="020B0604020202020204" pitchFamily="34" charset="0"/>
                <a:cs typeface="Arial" panose="020B0604020202020204" pitchFamily="34" charset="0"/>
              </a:rPr>
              <a:t>Hagar					                                                         t: Robert Roth m: Henk Vogel 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A2E4DE0F-82D8-4216-9142-AEFD216860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635000"/>
            <a:ext cx="8636000" cy="545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771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B2532042-582C-419A-8FCF-1384707F36C5}"/>
              </a:ext>
            </a:extLst>
          </p:cNvPr>
          <p:cNvSpPr txBox="1"/>
          <p:nvPr/>
        </p:nvSpPr>
        <p:spPr>
          <a:xfrm>
            <a:off x="161366" y="6212541"/>
            <a:ext cx="8982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>
                <a:latin typeface="Arial" panose="020B0604020202020204" pitchFamily="34" charset="0"/>
                <a:cs typeface="Arial" panose="020B0604020202020204" pitchFamily="34" charset="0"/>
              </a:rPr>
              <a:t>Hagar					                                                         t: Robert Roth m: Henk Vogel 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99F18070-6E91-40D5-AA98-12C3B4C233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635000"/>
            <a:ext cx="8636000" cy="221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391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B2532042-582C-419A-8FCF-1384707F36C5}"/>
              </a:ext>
            </a:extLst>
          </p:cNvPr>
          <p:cNvSpPr txBox="1"/>
          <p:nvPr/>
        </p:nvSpPr>
        <p:spPr>
          <a:xfrm>
            <a:off x="161366" y="6212541"/>
            <a:ext cx="8982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>
                <a:latin typeface="Arial" panose="020B0604020202020204" pitchFamily="34" charset="0"/>
                <a:cs typeface="Arial" panose="020B0604020202020204" pitchFamily="34" charset="0"/>
              </a:rPr>
              <a:t>Hagar					                                                         t: Robert Roth m: Henk Vogel 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7EA26C4C-E512-4721-BE1D-741AA7ACF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634999"/>
            <a:ext cx="8636000" cy="549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984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B2532042-582C-419A-8FCF-1384707F36C5}"/>
              </a:ext>
            </a:extLst>
          </p:cNvPr>
          <p:cNvSpPr txBox="1"/>
          <p:nvPr/>
        </p:nvSpPr>
        <p:spPr>
          <a:xfrm>
            <a:off x="161366" y="6212541"/>
            <a:ext cx="8982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>
                <a:latin typeface="Arial" panose="020B0604020202020204" pitchFamily="34" charset="0"/>
                <a:cs typeface="Arial" panose="020B0604020202020204" pitchFamily="34" charset="0"/>
              </a:rPr>
              <a:t>Hagar					                                                         t: Robert Roth m: Henk Vogel 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18C02B84-CC63-4101-BE12-A5EC7566A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634999"/>
            <a:ext cx="8636000" cy="218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296415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th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</TotalTime>
  <Words>90</Words>
  <Application>Microsoft Office PowerPoint</Application>
  <PresentationFormat>Diavoorstelling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Kantoorthema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Aad Schalk</dc:creator>
  <cp:lastModifiedBy>Aad Schalk</cp:lastModifiedBy>
  <cp:revision>26</cp:revision>
  <dcterms:created xsi:type="dcterms:W3CDTF">2019-08-25T11:47:05Z</dcterms:created>
  <dcterms:modified xsi:type="dcterms:W3CDTF">2025-12-08T17:46:14Z</dcterms:modified>
</cp:coreProperties>
</file>