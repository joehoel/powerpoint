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</p:sldIdLst>
  <p:sldSz cx="9144000" cy="6858000" type="screen4x3"/>
  <p:notesSz cx="6858000" cy="9144000"/>
  <p:defaultTextStyle>
    <a:defPPr>
      <a:defRPr lang="nl-NL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45" d="100"/>
          <a:sy n="45" d="100"/>
        </p:scale>
        <p:origin x="672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nl-NL"/>
              <a:t>Klik om de ondertitelstijl van het model te bewerken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D40C85-04FD-42E7-B525-C00125F5D121}" type="slidenum">
              <a:rPr lang="nl-NL" altLang="nl-NL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2743495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76BB2B-2741-474F-8B94-0D9E63672D89}" type="slidenum">
              <a:rPr lang="nl-NL" altLang="nl-NL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474437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4C53AD-EB58-4E23-B256-3785EC915106}" type="slidenum">
              <a:rPr lang="nl-NL" altLang="nl-NL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3677216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8F08B9-473C-4ABC-9D44-4542D2733989}" type="slidenum">
              <a:rPr lang="nl-NL" altLang="nl-NL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2724849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326645-473C-403E-8D40-9367906BB7C9}" type="slidenum">
              <a:rPr lang="nl-NL" altLang="nl-NL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415895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FBE0BF-709C-46FC-8C93-1E8A6B8FE6B8}" type="slidenum">
              <a:rPr lang="nl-NL" altLang="nl-NL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349971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98B73A-E1AF-42F0-996B-F53720344D59}" type="slidenum">
              <a:rPr lang="nl-NL" altLang="nl-NL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623702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40C422-1A7B-4DB0-A06F-F7D2B782677E}" type="slidenum">
              <a:rPr lang="nl-NL" altLang="nl-NL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1979941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079CBF-C39F-46CB-9E2A-ED072FEC8A88}" type="slidenum">
              <a:rPr lang="nl-NL" altLang="nl-NL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3921624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683FFE-B7BF-465C-9A9E-0784F0A8E950}" type="slidenum">
              <a:rPr lang="nl-NL" altLang="nl-NL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1264630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6646D9-020F-485D-8F9E-B7214FD31C17}" type="slidenum">
              <a:rPr lang="nl-NL" altLang="nl-NL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1693924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nl-NL"/>
              <a:t>Klik om het opmaakprofiel van de modeltitel te bewerken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nl-NL"/>
              <a:t>Klik om de opmaakprofielen van de modeltekst te bewerken</a:t>
            </a:r>
          </a:p>
          <a:p>
            <a:pPr lvl="1"/>
            <a:r>
              <a:rPr lang="nl-NL" altLang="nl-NL"/>
              <a:t>Tweede niveau</a:t>
            </a:r>
          </a:p>
          <a:p>
            <a:pPr lvl="2"/>
            <a:r>
              <a:rPr lang="nl-NL" altLang="nl-NL"/>
              <a:t>Derde niveau</a:t>
            </a:r>
          </a:p>
          <a:p>
            <a:pPr lvl="3"/>
            <a:r>
              <a:rPr lang="nl-NL" altLang="nl-NL"/>
              <a:t>Vierde niveau</a:t>
            </a:r>
          </a:p>
          <a:p>
            <a:pPr lvl="4"/>
            <a:r>
              <a:rPr lang="nl-NL" altLang="nl-NL"/>
              <a:t>Vijfde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18D9B610-FC54-4D46-B32F-D631986ED86C}" type="slidenum">
              <a:rPr lang="nl-NL" altLang="nl-NL"/>
              <a:pPr>
                <a:defRPr/>
              </a:pPr>
              <a:t>‹nr.›</a:t>
            </a:fld>
            <a:endParaRPr lang="nl-NL" alt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3"/>
          <p:cNvSpPr>
            <a:spLocks noChangeArrowheads="1"/>
          </p:cNvSpPr>
          <p:nvPr/>
        </p:nvSpPr>
        <p:spPr bwMode="auto">
          <a:xfrm>
            <a:off x="84138" y="6461125"/>
            <a:ext cx="9024937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8842375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8842375" algn="r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8842375" algn="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8842375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8842375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842375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842375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842375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842375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NL" sz="1600" b="1" dirty="0">
                <a:solidFill>
                  <a:srgbClr val="000000"/>
                </a:solidFill>
                <a:latin typeface="Arial" panose="020B0604020202020204" pitchFamily="34" charset="0"/>
              </a:rPr>
              <a:t>Psalm 134 (DNP)	t. J.P. Kuijper; R. Borkent; m. Genève 1551 </a:t>
            </a:r>
            <a:endParaRPr lang="nl-NL" altLang="nl-NL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F48A8803-9F0D-4F09-8F29-C61849E768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634999"/>
            <a:ext cx="7620000" cy="446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3"/>
          <p:cNvSpPr>
            <a:spLocks noChangeArrowheads="1"/>
          </p:cNvSpPr>
          <p:nvPr/>
        </p:nvSpPr>
        <p:spPr bwMode="auto">
          <a:xfrm>
            <a:off x="84138" y="6461125"/>
            <a:ext cx="9024937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8842375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8842375" algn="r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8842375" algn="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8842375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8842375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842375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842375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842375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842375" algn="r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NL" sz="1600" b="1" dirty="0">
                <a:solidFill>
                  <a:srgbClr val="000000"/>
                </a:solidFill>
                <a:latin typeface="Arial" panose="020B0604020202020204" pitchFamily="34" charset="0"/>
              </a:rPr>
              <a:t>Psalm 134 (DNP)	t. J.P. Kuijper; R. Borkent; m. Genève 1551 </a:t>
            </a:r>
            <a:endParaRPr lang="nl-NL" altLang="nl-NL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E2E4494A-54A2-4961-99CC-91F5CA1FA4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635000"/>
            <a:ext cx="7620000" cy="4464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andaardontwerp">
  <a:themeElements>
    <a:clrScheme name="Standaardontwerp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ardontwerp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ardontwerp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44</Words>
  <Application>Microsoft Office PowerPoint</Application>
  <PresentationFormat>Diavoorstelling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</vt:i4>
      </vt:variant>
    </vt:vector>
  </HeadingPairs>
  <TitlesOfParts>
    <vt:vector size="5" baseType="lpstr">
      <vt:lpstr>Arial</vt:lpstr>
      <vt:lpstr>Times New Roman</vt:lpstr>
      <vt:lpstr>Standaardontwerp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ruiterjv</dc:creator>
  <cp:lastModifiedBy>Freddy Gerkema</cp:lastModifiedBy>
  <cp:revision>47</cp:revision>
  <dcterms:created xsi:type="dcterms:W3CDTF">2004-09-21T10:26:12Z</dcterms:created>
  <dcterms:modified xsi:type="dcterms:W3CDTF">2022-08-24T09:14:49Z</dcterms:modified>
</cp:coreProperties>
</file>